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97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50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0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28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01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83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7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43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9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542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8893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300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594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259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51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2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9C85-15BF-405F-9FDA-8B52AE89EA0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29FEE-F82D-43CC-B800-94B68037B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087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7654-602A-B6E9-F378-4C55E1A98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560" y="1960880"/>
            <a:ext cx="10424160" cy="1295082"/>
          </a:xfrm>
        </p:spPr>
        <p:txBody>
          <a:bodyPr>
            <a:normAutofit/>
          </a:bodyPr>
          <a:lstStyle/>
          <a:p>
            <a:r>
              <a:rPr lang="en-IN" b="1" dirty="0"/>
              <a:t>SUPPORT TICKET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0CBB6-DD8C-8079-10B4-C94C53640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94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97BA-FA70-0310-3B50-E0176F90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1BF6-B872-DC22-7B5D-57F8ECF89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19"/>
            <a:ext cx="6710680" cy="3870643"/>
          </a:xfrm>
        </p:spPr>
        <p:txBody>
          <a:bodyPr>
            <a:normAutofit/>
          </a:bodyPr>
          <a:lstStyle/>
          <a:p>
            <a:r>
              <a:rPr lang="en-US" sz="2400" dirty="0"/>
              <a:t>A Support Ticket System helps users report and track technical issues in one </a:t>
            </a:r>
            <a:r>
              <a:rPr lang="en-US" sz="2400" dirty="0" err="1"/>
              <a:t>place.It</a:t>
            </a:r>
            <a:r>
              <a:rPr lang="en-US" sz="2400" dirty="0"/>
              <a:t> enables support agents and administrators to manage, assign, and resolve tickets efficiently.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6803C-B53A-A046-4A3C-89E8EF6E2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880" y="1935921"/>
            <a:ext cx="4043680" cy="355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70415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F9BF-DA6A-F260-A5F5-A75A43C9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FC380-A97A-F18D-A342-461E5064E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5076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User logs into the system and creates a support ticket.</a:t>
            </a:r>
          </a:p>
          <a:p>
            <a:r>
              <a:rPr lang="en-US" sz="2400" dirty="0"/>
              <a:t>The ticket is assigned to a support agent for review and resolution.</a:t>
            </a:r>
          </a:p>
          <a:p>
            <a:r>
              <a:rPr lang="en-US" sz="2400" dirty="0"/>
              <a:t>The agent updates the ticket status and provides solutions.</a:t>
            </a:r>
          </a:p>
          <a:p>
            <a:r>
              <a:rPr lang="en-US" sz="2400" dirty="0"/>
              <a:t>The user can track the progress of the ticket.</a:t>
            </a:r>
          </a:p>
          <a:p>
            <a:r>
              <a:rPr lang="en-US" sz="2400" dirty="0"/>
              <a:t>The administrator monitors and manages all tickets.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3AF74-8FBB-A2ED-EABE-94B570119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839" y="2174240"/>
            <a:ext cx="3827145" cy="3454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857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0D65-25C4-D168-D87F-3EB9E4B1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8AC3-CC6A-F224-456A-D86909FB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4916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Easy creation and tracking of support tickets.</a:t>
            </a:r>
          </a:p>
          <a:p>
            <a:r>
              <a:rPr lang="en-US" sz="2400" dirty="0"/>
              <a:t>Faster communication between users and support agents.</a:t>
            </a:r>
          </a:p>
          <a:p>
            <a:r>
              <a:rPr lang="en-US" sz="2400" dirty="0"/>
              <a:t>Improved issue management and quicker problem resolution.</a:t>
            </a:r>
          </a:p>
          <a:p>
            <a:r>
              <a:rPr lang="en-US" sz="2400" dirty="0"/>
              <a:t>Better organization and monitoring of support requests.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6D5D0-217E-AA8C-94C0-B099056B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640" y="2021840"/>
            <a:ext cx="3820160" cy="3198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8288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BB61-A89A-C60F-D88B-2E32D6150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360"/>
            <a:ext cx="10515600" cy="1361440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1B69-C50B-2344-C5FF-35B9B51C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800"/>
            <a:ext cx="6700520" cy="3627120"/>
          </a:xfrm>
        </p:spPr>
        <p:txBody>
          <a:bodyPr>
            <a:normAutofit/>
          </a:bodyPr>
          <a:lstStyle/>
          <a:p>
            <a:r>
              <a:rPr lang="en-US" sz="2400" dirty="0"/>
              <a:t>The Support Ticket System provides an easy way to report, manage, and resolve support issues.</a:t>
            </a:r>
          </a:p>
          <a:p>
            <a:r>
              <a:rPr lang="en-US" sz="2400" dirty="0"/>
              <a:t>It improves communication between users and support staff while reducing response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26221-5395-2AC1-7BE9-D9FB8E89A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480" y="2082800"/>
            <a:ext cx="3566160" cy="3169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16819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55</TotalTime>
  <Words>154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SUPPORT TICKET SYSTEM</vt:lpstr>
      <vt:lpstr>PROBLEM STATEMENT</vt:lpstr>
      <vt:lpstr>METHODOLOGY</vt:lpstr>
      <vt:lpstr>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reddy</dc:creator>
  <cp:lastModifiedBy>akhil reddy</cp:lastModifiedBy>
  <cp:revision>5</cp:revision>
  <dcterms:created xsi:type="dcterms:W3CDTF">2026-06-23T03:03:26Z</dcterms:created>
  <dcterms:modified xsi:type="dcterms:W3CDTF">2026-06-23T06:54:07Z</dcterms:modified>
</cp:coreProperties>
</file>